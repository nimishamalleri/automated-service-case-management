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0" r:id="rId3"/>
    <p:sldId id="266" r:id="rId4"/>
    <p:sldId id="278" r:id="rId5"/>
    <p:sldId id="267" r:id="rId6"/>
    <p:sldId id="274" r:id="rId7"/>
    <p:sldId id="276" r:id="rId8"/>
    <p:sldId id="281" r:id="rId9"/>
    <p:sldId id="277" r:id="rId10"/>
    <p:sldId id="27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4559" autoAdjust="0"/>
  </p:normalViewPr>
  <p:slideViewPr>
    <p:cSldViewPr snapToGrid="0" showGuides="1">
      <p:cViewPr varScale="1">
        <p:scale>
          <a:sx n="84" d="100"/>
          <a:sy n="84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Malleri" userId="1c8886d433a38c6f" providerId="LiveId" clId="{777CF81A-42D8-47A5-A131-14A42423F02A}"/>
    <pc:docChg chg="modSld">
      <pc:chgData name="Nimisha Malleri" userId="1c8886d433a38c6f" providerId="LiveId" clId="{777CF81A-42D8-47A5-A131-14A42423F02A}" dt="2026-04-08T07:34:44.828" v="11" actId="20577"/>
      <pc:docMkLst>
        <pc:docMk/>
      </pc:docMkLst>
      <pc:sldChg chg="modSp mod">
        <pc:chgData name="Nimisha Malleri" userId="1c8886d433a38c6f" providerId="LiveId" clId="{777CF81A-42D8-47A5-A131-14A42423F02A}" dt="2026-04-08T07:34:44.828" v="11" actId="20577"/>
        <pc:sldMkLst>
          <pc:docMk/>
          <pc:sldMk cId="340459751" sldId="256"/>
        </pc:sldMkLst>
        <pc:spChg chg="mod">
          <ac:chgData name="Nimisha Malleri" userId="1c8886d433a38c6f" providerId="LiveId" clId="{777CF81A-42D8-47A5-A131-14A42423F02A}" dt="2026-04-08T07:34:44.828" v="11" actId="20577"/>
          <ac:spMkLst>
            <pc:docMk/>
            <pc:sldMk cId="340459751" sldId="256"/>
            <ac:spMk id="2" creationId="{5B4A047D-7384-7188-237B-A0D05A2053F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0.0671</cdr:y>
    </cdr:from>
    <cdr:to>
      <cdr:x>1</cdr:x>
      <cdr:y>0.85621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9EB909E-2148-4733-958E-4530DE3883C6}"/>
            </a:ext>
          </a:extLst>
        </cdr:cNvPr>
        <cdr:cNvPicPr>
          <a:picLocks xmlns:a="http://schemas.openxmlformats.org/drawingml/2006/main" noChangeAspect="1"/>
        </cdr:cNvPicPr>
      </cdr:nvPicPr>
      <cdr:blipFill rotWithShape="1"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t="21088"/>
        <a:stretch xmlns:a="http://schemas.openxmlformats.org/drawingml/2006/main">
          <a:fillRect/>
        </a:stretch>
      </cdr:blipFill>
      <cdr:spPr>
        <a:xfrm xmlns:a="http://schemas.openxmlformats.org/drawingml/2006/main">
          <a:off x="-2007425" y="256028"/>
          <a:ext cx="7724250" cy="301102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Service Case Management using Salesforce, OCR </a:t>
            </a:r>
            <a:r>
              <a:rPr lang="en-US" sz="3200" b="1">
                <a:latin typeface="Inter Bold" pitchFamily="34" charset="0"/>
                <a:ea typeface="Inter Bold" pitchFamily="34" charset="-122"/>
                <a:cs typeface="Inter Bold" pitchFamily="34" charset="-120"/>
              </a:rPr>
              <a:t>&amp; AI</a:t>
            </a:r>
            <a:br>
              <a:rPr lang="en-US" sz="3200" b="1">
                <a:latin typeface="Inter Bold" pitchFamily="34" charset="0"/>
                <a:ea typeface="Inter Bold" pitchFamily="34" charset="-122"/>
                <a:cs typeface="Inter Bold" pitchFamily="34" charset="-120"/>
              </a:rPr>
            </a:br>
            <a:r>
              <a:rPr lang="en-US" sz="3200" b="1">
                <a:latin typeface="Inter Bold" pitchFamily="34" charset="0"/>
                <a:ea typeface="Inter Bold" pitchFamily="34" charset="-122"/>
                <a:cs typeface="Inter Bold" pitchFamily="34" charset="-120"/>
              </a:rPr>
              <a:t>PPT-2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4573245"/>
            <a:ext cx="9144000" cy="605502"/>
          </a:xfrm>
        </p:spPr>
        <p:txBody>
          <a:bodyPr>
            <a:noAutofit/>
          </a:bodyPr>
          <a:lstStyle/>
          <a:p>
            <a:r>
              <a:rPr lang="en-US" sz="2800" dirty="0"/>
              <a:t>BY: </a:t>
            </a:r>
          </a:p>
          <a:p>
            <a:r>
              <a:rPr lang="en-US" sz="2800" dirty="0"/>
              <a:t>NIMISHA MALLERI(EN22IT301062)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481889"/>
            <a:ext cx="4463951" cy="55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797" y="1491655"/>
            <a:ext cx="3546574" cy="47287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23ECF6B-3AB5-8874-22BE-BFC5E7C34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347496"/>
            <a:ext cx="7086600" cy="4367503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A31D-4DE5-8F69-503B-249C007B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75B-2534-304A-7D8C-E82799F3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ADF3-314D-3F64-4D25-BE54C454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Case Creation: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process for converting emails into service cases.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Document Review: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Time-consuming review of images and PDFs for critical information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Lack of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Auto-Classification: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automated systems to categorize cases effectively.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Delayed Responses &amp;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Risks</a:t>
            </a:r>
            <a:r>
              <a:rPr lang="en-US" sz="26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Increased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response times leading to potential Service Level Agreement (SLA) breaches.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0EAE-A411-EFB2-DE98-4C280900D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B34C24-32D7-F65D-4FFB-A7F109971889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22F9B2-52E7-86E5-088F-AB3D6B8C5033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C8F5-2145-DEEF-F356-46206CF3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38C-FF73-339E-268C-262BBED2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2523-01BB-3FBC-8D59-67EED1E5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Case Creation 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Email-to-Case for seamless case generation.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OCR-Powered Data Extraction: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relevant text from various document formats (images, PDFs).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 Data Integration: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extracted OCR data directly within Salesforce records.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AI-Driven Classification: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AI for accurate case categorization and priority assignment.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Manual Effort: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human intervention in routine case management task.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EC1E-B579-65D0-8FF0-FB9B3C978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2C5F86-133B-A755-E799-07891E958224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C357-7464-A08E-2006-96611DEFD8F7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1FA66-E9DF-2AA8-A18B-8A399F33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0"/>
          <a:stretch>
            <a:fillRect/>
          </a:stretch>
        </p:blipFill>
        <p:spPr>
          <a:xfrm>
            <a:off x="570345" y="1426464"/>
            <a:ext cx="10840660" cy="36480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7927-F2CB-A19D-E1DB-1848D5C0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AC04-DF4D-1C83-8FA4-334650D9C44B}"/>
              </a:ext>
            </a:extLst>
          </p:cNvPr>
          <p:cNvSpPr txBox="1"/>
          <p:nvPr/>
        </p:nvSpPr>
        <p:spPr>
          <a:xfrm>
            <a:off x="570345" y="404650"/>
            <a:ext cx="630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END TO END ARCHITECTURAL FLOW</a:t>
            </a:r>
          </a:p>
        </p:txBody>
      </p:sp>
    </p:spTree>
    <p:extLst>
      <p:ext uri="{BB962C8B-B14F-4D97-AF65-F5344CB8AC3E}">
        <p14:creationId xmlns:p14="http://schemas.microsoft.com/office/powerpoint/2010/main" val="37730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40F6-4A4F-1568-4FDE-8AEBF7EF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0D3B-941D-5101-2A51-BB74E81A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FCAF8C-3195-8F48-34E9-F709FC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805"/>
            <a:ext cx="8126083" cy="956891"/>
          </a:xfrm>
        </p:spPr>
        <p:txBody>
          <a:bodyPr>
            <a:noAutofit/>
          </a:bodyPr>
          <a:lstStyle/>
          <a:p>
            <a:r>
              <a:rPr lang="en-US" sz="3600" dirty="0"/>
              <a:t>AI AND OCR WORKING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CFE02-1512-BEEE-6D1F-F91B7E45585E}"/>
              </a:ext>
            </a:extLst>
          </p:cNvPr>
          <p:cNvCxnSpPr>
            <a:cxnSpLocks/>
          </p:cNvCxnSpPr>
          <p:nvPr/>
        </p:nvCxnSpPr>
        <p:spPr>
          <a:xfrm>
            <a:off x="9144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9E4DB2-05FC-242E-6807-3B995F9F76B5}"/>
              </a:ext>
            </a:extLst>
          </p:cNvPr>
          <p:cNvCxnSpPr>
            <a:cxnSpLocks/>
          </p:cNvCxnSpPr>
          <p:nvPr/>
        </p:nvCxnSpPr>
        <p:spPr>
          <a:xfrm>
            <a:off x="43885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B1075B5-33DD-32C1-4870-2AD58AA0D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3" t="16405" r="1"/>
          <a:stretch>
            <a:fillRect/>
          </a:stretch>
        </p:blipFill>
        <p:spPr>
          <a:xfrm>
            <a:off x="603504" y="1801371"/>
            <a:ext cx="10558160" cy="412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5822-10BE-BBB3-A52D-752A7689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83048-3A12-CBB8-1445-9C48F46A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101C6B-7B3A-C632-79E3-1C876834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EXAMPLE USE CASE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ADFF6-142B-9E8C-5FAB-A581375E26E6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49F4E9-4931-D477-01F5-9E954F7C67DF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CA98D02-1E0E-2EC6-E62A-45AC4CBC3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149004"/>
              </p:ext>
            </p:extLst>
          </p:nvPr>
        </p:nvGraphicFramePr>
        <p:xfrm>
          <a:off x="1527048" y="1819659"/>
          <a:ext cx="8595359" cy="463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578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1770-F24D-8DE3-E08D-69DFA787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CONTRIBUTION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485891-1C2A-9DD5-86B0-83DE558EE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774222" cy="43481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560E-BFCB-C73C-58CA-1917B7DB3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6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57D3-25AD-0408-DBCA-D9D30E00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A3F9-475F-225B-787C-73E5107EF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1E9D22-4659-A1D3-9F04-D6A210BE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TOOLS BENIFITS AND OUTCOME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6852D-0C67-55E0-B62D-835C0A56E7FD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18F792-6705-BC26-C7B2-4C2C8114B1E4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B85AB6-DFB2-1698-6C19-26F786E3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29" y="1897438"/>
            <a:ext cx="11461378" cy="38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44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>
                <a:solidFill>
                  <a:srgbClr val="000000"/>
                </a:solidFill>
                <a:effectLst/>
                <a:latin typeface="+mj-lt"/>
                <a:hlinkClick r:id="rId2"/>
              </a:rPr>
              <a:t>en22it301062@</a:t>
            </a: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70</TotalTime>
  <Words>209</Words>
  <Application>Microsoft Office PowerPoint</Application>
  <PresentationFormat>Widescreen</PresentationFormat>
  <Paragraphs>46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Bold</vt:lpstr>
      <vt:lpstr>Metropolis</vt:lpstr>
      <vt:lpstr>Metropolis Semi Bold</vt:lpstr>
      <vt:lpstr>Zilla Slab</vt:lpstr>
      <vt:lpstr>Office Theme</vt:lpstr>
      <vt:lpstr>Automated Service Case Management using Salesforce, OCR &amp; AI PPT-2 </vt:lpstr>
      <vt:lpstr>PowerPoint Presentation</vt:lpstr>
      <vt:lpstr>THE BUSINESS PROBLEM </vt:lpstr>
      <vt:lpstr>PROJECT OBJECTIVE</vt:lpstr>
      <vt:lpstr>PowerPoint Presentation</vt:lpstr>
      <vt:lpstr>AI AND OCR WORKING</vt:lpstr>
      <vt:lpstr>  EXAMPLE USE CASE  </vt:lpstr>
      <vt:lpstr>MY CONTRIBUTION</vt:lpstr>
      <vt:lpstr>  TOOLS BENIFITS AND OUTCOME  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Malleri</dc:creator>
  <cp:lastModifiedBy>Nimisha Malleri</cp:lastModifiedBy>
  <cp:revision>5</cp:revision>
  <dcterms:created xsi:type="dcterms:W3CDTF">2026-02-28T16:34:02Z</dcterms:created>
  <dcterms:modified xsi:type="dcterms:W3CDTF">2026-04-08T07:34:46Z</dcterms:modified>
</cp:coreProperties>
</file>